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7E55-68F1-4068-467B-C1BFE0E49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BE384-B9AD-9852-C7A2-01C4F2B86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DE794-48CE-D744-31BC-A01B5B71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1E8C7-89E9-83AD-F686-6F2020F5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AE31A-D3A6-548B-1E3E-54D10680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3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A62A-72FA-125A-F225-7502FD86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40F25-A1A3-AFA1-2A15-AD99F47A7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13C64-623A-E6D1-3607-49F40E39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24D3C-D398-49E3-ADBA-6EEA143C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8E39C-8FE2-81CC-1415-744EE706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99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F368-B089-3FD8-9D9D-3C16E05E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8A764-06EE-9CD0-4564-89F1D4425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C6E5-6B96-E40E-E82F-2BD3B10D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DEC1B-03CA-5E69-F2CF-436FDC18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9E420-B884-8526-643B-333B9C78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59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7692-C740-E744-42E0-D8B97549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0C17-C2BD-B713-883D-BBE474CD6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FD544-765A-B55F-BD81-ADC15F8E7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5C757-8942-DA6C-219D-E34AA82E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BC2BC-DAA6-9E56-6148-A6E5582E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4EC1C-96E9-4BB4-A101-03B21414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892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A5AC-C206-E08E-02DD-261E167C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D789B-A222-1F9A-1680-B247BF595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85C0F-19CF-C73E-1E13-2B2EDA0AB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DB593-78A8-CF1F-F77A-7D4775F33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3194D-D432-9314-5225-2616B08A2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97FC2-814E-68AC-1CD7-BB75EC54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F1F67-D9E0-5CF4-368A-B58A73EE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796B3-B999-2CFD-A868-B488BB51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10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D73B-ADA1-7C9F-6DD8-DCB16C2E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41B25-C6D7-E2A6-7868-400625C7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41DDF-C2E1-C555-4571-D1712710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B7339-A189-EF29-5AF0-AF3AF8103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9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23824-3EE7-70E3-1838-9A80E2AD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B9E39-9EDE-A482-C1AC-A0F886E0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D2D4-7607-9A5A-C504-8CBA38C8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0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9171-EF4E-8444-A64F-4A7EE10E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30BF-C3E0-0C13-13CA-209EB87DC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8DA8D-B2BD-74E6-FC55-FBF0DA34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5AD04-7CFE-3ECF-C55C-5B2CBD14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7DA5B-2741-DB36-2801-F9029ED8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0CCDF-8426-3CEC-60A1-F0B21158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02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7FAB-B48F-B448-0604-519BD1CE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4A397-709D-0DF3-7139-B8043630E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9CD48-F1F5-B5A9-7732-27EB70559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199B8-0C86-7623-61FB-155175CD9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8E03C-C54E-7C72-A8AD-48D078D9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AA7DF-FD0E-C306-4F12-3AB24208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51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6EF9-936E-5E94-C3E0-B6B8A159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11959-7110-C7C6-107A-EF8D8611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9565D-613B-6C98-578F-86130E95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71B4-64E4-E2BE-F29A-3D3312D1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48877-FFFD-12D1-6DCF-8A77F4F7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4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A3A54-A33A-88BE-63B7-41E9D9F3B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95F11-5E65-3F7E-BC03-06FDFE43C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D962-3A4B-98DC-CC74-BF0620EA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BD372-A3CF-8850-88E7-4E20299E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51868-8D19-9C11-D828-D38E58F8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02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95A8C-9B53-87E2-BE83-4E927959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25D58-CE06-A982-BE5D-7B7003FB6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158D9-385D-E4D2-B13A-EF024CD23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89EC4-BE8B-4C52-AF51-84EB5A1043B8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2A6C-F2CD-86DE-72F8-82CC6DA1E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BA242-337F-36EF-BE1A-EE4718668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C6AE8-657D-4401-BDED-DF0BFFF25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2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BAB3-2712-884B-0147-7C7E497F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52A10-6071-3649-22F4-0FD78AB0D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2057" y="-328864"/>
            <a:ext cx="13866246" cy="779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34B75-8847-2FFE-6052-8410A22B3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9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3D4DB-B0CB-3FCE-10DE-08AD8108E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653A1-5A54-68E7-6CA0-322267C4C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10995-ECD0-FA2B-1E4F-9445B5DCB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7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7C615-D95A-2782-EF88-41BEEB782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5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22DA-39F9-E709-71F4-B667A03FA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B05FE-5FAD-94BB-B302-0E7E711AF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0986F-42F5-BEE0-2E4B-FA4FD10B2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74" y="-577517"/>
            <a:ext cx="12384505" cy="768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19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Gajanan Naik</dc:creator>
  <cp:lastModifiedBy>Gajanan Naik</cp:lastModifiedBy>
  <cp:revision>4</cp:revision>
  <dcterms:created xsi:type="dcterms:W3CDTF">2026-02-21T10:13:33Z</dcterms:created>
  <dcterms:modified xsi:type="dcterms:W3CDTF">2026-02-21T10:18:47Z</dcterms:modified>
</cp:coreProperties>
</file>